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9" r:id="rId2"/>
    <p:sldId id="270" r:id="rId3"/>
    <p:sldId id="271" r:id="rId4"/>
    <p:sldId id="272" r:id="rId5"/>
    <p:sldId id="273" r:id="rId6"/>
    <p:sldId id="274" r:id="rId7"/>
  </p:sldIdLst>
  <p:sldSz cx="12192000" cy="6858000"/>
  <p:notesSz cx="7102475" cy="9388475"/>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D6EE34-AC8C-2FCB-E8B3-A96079E8418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54A2D3B6-0AB0-8B3F-C04F-13553D230C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835B2E45-73C9-E8CB-B75B-228347FB0D19}"/>
              </a:ext>
            </a:extLst>
          </p:cNvPr>
          <p:cNvSpPr>
            <a:spLocks noGrp="1"/>
          </p:cNvSpPr>
          <p:nvPr>
            <p:ph type="dt" sz="half" idx="10"/>
          </p:nvPr>
        </p:nvSpPr>
        <p:spPr/>
        <p:txBody>
          <a:bodyPr/>
          <a:lstStyle/>
          <a:p>
            <a:fld id="{F2F8336E-4921-4F73-973A-6DDC340EC429}" type="datetimeFigureOut">
              <a:rPr lang="es-ES" smtClean="0"/>
              <a:t>27/02/2025</a:t>
            </a:fld>
            <a:endParaRPr lang="es-ES"/>
          </a:p>
        </p:txBody>
      </p:sp>
      <p:sp>
        <p:nvSpPr>
          <p:cNvPr id="5" name="Marcador de pie de página 4">
            <a:extLst>
              <a:ext uri="{FF2B5EF4-FFF2-40B4-BE49-F238E27FC236}">
                <a16:creationId xmlns:a16="http://schemas.microsoft.com/office/drawing/2014/main" id="{D8F0F2EC-4377-6EF7-8EE5-511C84E391B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C170CDB8-DD67-6B93-C198-ADCD74C9A136}"/>
              </a:ext>
            </a:extLst>
          </p:cNvPr>
          <p:cNvSpPr>
            <a:spLocks noGrp="1"/>
          </p:cNvSpPr>
          <p:nvPr>
            <p:ph type="sldNum" sz="quarter" idx="12"/>
          </p:nvPr>
        </p:nvSpPr>
        <p:spPr/>
        <p:txBody>
          <a:bodyPr/>
          <a:lstStyle/>
          <a:p>
            <a:fld id="{55899732-3D6A-4127-8B9F-4D884FCAB087}" type="slidenum">
              <a:rPr lang="es-ES" smtClean="0"/>
              <a:t>‹Nº›</a:t>
            </a:fld>
            <a:endParaRPr lang="es-ES"/>
          </a:p>
        </p:txBody>
      </p:sp>
    </p:spTree>
    <p:extLst>
      <p:ext uri="{BB962C8B-B14F-4D97-AF65-F5344CB8AC3E}">
        <p14:creationId xmlns:p14="http://schemas.microsoft.com/office/powerpoint/2010/main" val="2247937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FFAD8F-2154-D8BD-5F1B-AE9EC062A486}"/>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4F1BAF19-6C7F-BDC8-282D-69DBA914942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46AE1B0-943F-57F3-D6E1-E827C5C882C9}"/>
              </a:ext>
            </a:extLst>
          </p:cNvPr>
          <p:cNvSpPr>
            <a:spLocks noGrp="1"/>
          </p:cNvSpPr>
          <p:nvPr>
            <p:ph type="dt" sz="half" idx="10"/>
          </p:nvPr>
        </p:nvSpPr>
        <p:spPr/>
        <p:txBody>
          <a:bodyPr/>
          <a:lstStyle/>
          <a:p>
            <a:fld id="{F2F8336E-4921-4F73-973A-6DDC340EC429}" type="datetimeFigureOut">
              <a:rPr lang="es-ES" smtClean="0"/>
              <a:t>27/02/2025</a:t>
            </a:fld>
            <a:endParaRPr lang="es-ES"/>
          </a:p>
        </p:txBody>
      </p:sp>
      <p:sp>
        <p:nvSpPr>
          <p:cNvPr id="5" name="Marcador de pie de página 4">
            <a:extLst>
              <a:ext uri="{FF2B5EF4-FFF2-40B4-BE49-F238E27FC236}">
                <a16:creationId xmlns:a16="http://schemas.microsoft.com/office/drawing/2014/main" id="{AF934095-4361-94BF-F047-414D5521008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81F7E43-FA35-4DDE-EFC4-0F39DD9AA106}"/>
              </a:ext>
            </a:extLst>
          </p:cNvPr>
          <p:cNvSpPr>
            <a:spLocks noGrp="1"/>
          </p:cNvSpPr>
          <p:nvPr>
            <p:ph type="sldNum" sz="quarter" idx="12"/>
          </p:nvPr>
        </p:nvSpPr>
        <p:spPr/>
        <p:txBody>
          <a:bodyPr/>
          <a:lstStyle/>
          <a:p>
            <a:fld id="{55899732-3D6A-4127-8B9F-4D884FCAB087}" type="slidenum">
              <a:rPr lang="es-ES" smtClean="0"/>
              <a:t>‹Nº›</a:t>
            </a:fld>
            <a:endParaRPr lang="es-ES"/>
          </a:p>
        </p:txBody>
      </p:sp>
    </p:spTree>
    <p:extLst>
      <p:ext uri="{BB962C8B-B14F-4D97-AF65-F5344CB8AC3E}">
        <p14:creationId xmlns:p14="http://schemas.microsoft.com/office/powerpoint/2010/main" val="7065024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F36A85-F82F-ABC4-172A-E05011918F9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75869626-9144-20BA-3171-C62B266229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F3E9048-3FE2-EE7F-6C93-062CA0B55E08}"/>
              </a:ext>
            </a:extLst>
          </p:cNvPr>
          <p:cNvSpPr>
            <a:spLocks noGrp="1"/>
          </p:cNvSpPr>
          <p:nvPr>
            <p:ph type="dt" sz="half" idx="10"/>
          </p:nvPr>
        </p:nvSpPr>
        <p:spPr/>
        <p:txBody>
          <a:bodyPr/>
          <a:lstStyle/>
          <a:p>
            <a:fld id="{F2F8336E-4921-4F73-973A-6DDC340EC429}" type="datetimeFigureOut">
              <a:rPr lang="es-ES" smtClean="0"/>
              <a:t>27/02/2025</a:t>
            </a:fld>
            <a:endParaRPr lang="es-ES"/>
          </a:p>
        </p:txBody>
      </p:sp>
      <p:sp>
        <p:nvSpPr>
          <p:cNvPr id="5" name="Marcador de pie de página 4">
            <a:extLst>
              <a:ext uri="{FF2B5EF4-FFF2-40B4-BE49-F238E27FC236}">
                <a16:creationId xmlns:a16="http://schemas.microsoft.com/office/drawing/2014/main" id="{7B17EBC2-BF85-D83E-6472-8CCAC84C4F5F}"/>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B96284A-9795-EA20-8F98-6AB4654643AC}"/>
              </a:ext>
            </a:extLst>
          </p:cNvPr>
          <p:cNvSpPr>
            <a:spLocks noGrp="1"/>
          </p:cNvSpPr>
          <p:nvPr>
            <p:ph type="sldNum" sz="quarter" idx="12"/>
          </p:nvPr>
        </p:nvSpPr>
        <p:spPr/>
        <p:txBody>
          <a:bodyPr/>
          <a:lstStyle/>
          <a:p>
            <a:fld id="{55899732-3D6A-4127-8B9F-4D884FCAB087}" type="slidenum">
              <a:rPr lang="es-ES" smtClean="0"/>
              <a:t>‹Nº›</a:t>
            </a:fld>
            <a:endParaRPr lang="es-ES"/>
          </a:p>
        </p:txBody>
      </p:sp>
    </p:spTree>
    <p:extLst>
      <p:ext uri="{BB962C8B-B14F-4D97-AF65-F5344CB8AC3E}">
        <p14:creationId xmlns:p14="http://schemas.microsoft.com/office/powerpoint/2010/main" val="2050321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B4CFD1-7075-D411-0214-6FD194717D6F}"/>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F2ED176F-FC9F-F17F-14F8-F12817AECE9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C850D8BA-0282-A749-4B38-061D9311FA8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60B0A72F-DEF0-5058-D4F6-D391C9A1A332}"/>
              </a:ext>
            </a:extLst>
          </p:cNvPr>
          <p:cNvSpPr>
            <a:spLocks noGrp="1"/>
          </p:cNvSpPr>
          <p:nvPr>
            <p:ph type="dt" sz="half" idx="10"/>
          </p:nvPr>
        </p:nvSpPr>
        <p:spPr/>
        <p:txBody>
          <a:bodyPr/>
          <a:lstStyle/>
          <a:p>
            <a:fld id="{F2F8336E-4921-4F73-973A-6DDC340EC429}" type="datetimeFigureOut">
              <a:rPr lang="es-ES" smtClean="0"/>
              <a:t>27/02/2025</a:t>
            </a:fld>
            <a:endParaRPr lang="es-ES"/>
          </a:p>
        </p:txBody>
      </p:sp>
      <p:sp>
        <p:nvSpPr>
          <p:cNvPr id="6" name="Marcador de pie de página 5">
            <a:extLst>
              <a:ext uri="{FF2B5EF4-FFF2-40B4-BE49-F238E27FC236}">
                <a16:creationId xmlns:a16="http://schemas.microsoft.com/office/drawing/2014/main" id="{8DBA3DE4-2C0A-D540-34FE-477D3A7DE370}"/>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FD61A173-C846-E9C5-55FC-40FA5AC80BB4}"/>
              </a:ext>
            </a:extLst>
          </p:cNvPr>
          <p:cNvSpPr>
            <a:spLocks noGrp="1"/>
          </p:cNvSpPr>
          <p:nvPr>
            <p:ph type="sldNum" sz="quarter" idx="12"/>
          </p:nvPr>
        </p:nvSpPr>
        <p:spPr/>
        <p:txBody>
          <a:bodyPr/>
          <a:lstStyle/>
          <a:p>
            <a:fld id="{55899732-3D6A-4127-8B9F-4D884FCAB087}" type="slidenum">
              <a:rPr lang="es-ES" smtClean="0"/>
              <a:t>‹Nº›</a:t>
            </a:fld>
            <a:endParaRPr lang="es-ES"/>
          </a:p>
        </p:txBody>
      </p:sp>
    </p:spTree>
    <p:extLst>
      <p:ext uri="{BB962C8B-B14F-4D97-AF65-F5344CB8AC3E}">
        <p14:creationId xmlns:p14="http://schemas.microsoft.com/office/powerpoint/2010/main" val="2173085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2A25AD-C05E-D94F-6DA9-3391608E84D0}"/>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1333F8BC-19A5-6519-F6C6-4804AF4A0D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435702CA-F461-11C2-218C-71E7142AAE9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6BB8F6F7-0DE2-63BF-9283-1F876C30A2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C0C0D4A7-5629-6CFB-FCB1-776CC45DB36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350606D2-E3AE-EAC2-7FFB-7A5444898748}"/>
              </a:ext>
            </a:extLst>
          </p:cNvPr>
          <p:cNvSpPr>
            <a:spLocks noGrp="1"/>
          </p:cNvSpPr>
          <p:nvPr>
            <p:ph type="dt" sz="half" idx="10"/>
          </p:nvPr>
        </p:nvSpPr>
        <p:spPr/>
        <p:txBody>
          <a:bodyPr/>
          <a:lstStyle/>
          <a:p>
            <a:fld id="{F2F8336E-4921-4F73-973A-6DDC340EC429}" type="datetimeFigureOut">
              <a:rPr lang="es-ES" smtClean="0"/>
              <a:t>27/02/2025</a:t>
            </a:fld>
            <a:endParaRPr lang="es-ES"/>
          </a:p>
        </p:txBody>
      </p:sp>
      <p:sp>
        <p:nvSpPr>
          <p:cNvPr id="8" name="Marcador de pie de página 7">
            <a:extLst>
              <a:ext uri="{FF2B5EF4-FFF2-40B4-BE49-F238E27FC236}">
                <a16:creationId xmlns:a16="http://schemas.microsoft.com/office/drawing/2014/main" id="{D8F9F8CA-6123-36F8-8C5B-95665C1A0A8C}"/>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1511C4BC-3D24-60F0-6DC1-D2C85B994BE9}"/>
              </a:ext>
            </a:extLst>
          </p:cNvPr>
          <p:cNvSpPr>
            <a:spLocks noGrp="1"/>
          </p:cNvSpPr>
          <p:nvPr>
            <p:ph type="sldNum" sz="quarter" idx="12"/>
          </p:nvPr>
        </p:nvSpPr>
        <p:spPr/>
        <p:txBody>
          <a:bodyPr/>
          <a:lstStyle/>
          <a:p>
            <a:fld id="{55899732-3D6A-4127-8B9F-4D884FCAB087}" type="slidenum">
              <a:rPr lang="es-ES" smtClean="0"/>
              <a:t>‹Nº›</a:t>
            </a:fld>
            <a:endParaRPr lang="es-ES"/>
          </a:p>
        </p:txBody>
      </p:sp>
    </p:spTree>
    <p:extLst>
      <p:ext uri="{BB962C8B-B14F-4D97-AF65-F5344CB8AC3E}">
        <p14:creationId xmlns:p14="http://schemas.microsoft.com/office/powerpoint/2010/main" val="2276713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D6B4A8-CC42-797C-FF26-E770E59FF081}"/>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8766B9C2-67AF-898D-8272-7B55EB2BECAB}"/>
              </a:ext>
            </a:extLst>
          </p:cNvPr>
          <p:cNvSpPr>
            <a:spLocks noGrp="1"/>
          </p:cNvSpPr>
          <p:nvPr>
            <p:ph type="dt" sz="half" idx="10"/>
          </p:nvPr>
        </p:nvSpPr>
        <p:spPr/>
        <p:txBody>
          <a:bodyPr/>
          <a:lstStyle/>
          <a:p>
            <a:fld id="{F2F8336E-4921-4F73-973A-6DDC340EC429}" type="datetimeFigureOut">
              <a:rPr lang="es-ES" smtClean="0"/>
              <a:t>27/02/2025</a:t>
            </a:fld>
            <a:endParaRPr lang="es-ES"/>
          </a:p>
        </p:txBody>
      </p:sp>
      <p:sp>
        <p:nvSpPr>
          <p:cNvPr id="4" name="Marcador de pie de página 3">
            <a:extLst>
              <a:ext uri="{FF2B5EF4-FFF2-40B4-BE49-F238E27FC236}">
                <a16:creationId xmlns:a16="http://schemas.microsoft.com/office/drawing/2014/main" id="{D56EB3AE-E72E-07B0-8527-470261427706}"/>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5F60E172-5423-6DC8-D0DD-FE81D74D5657}"/>
              </a:ext>
            </a:extLst>
          </p:cNvPr>
          <p:cNvSpPr>
            <a:spLocks noGrp="1"/>
          </p:cNvSpPr>
          <p:nvPr>
            <p:ph type="sldNum" sz="quarter" idx="12"/>
          </p:nvPr>
        </p:nvSpPr>
        <p:spPr/>
        <p:txBody>
          <a:bodyPr/>
          <a:lstStyle/>
          <a:p>
            <a:fld id="{55899732-3D6A-4127-8B9F-4D884FCAB087}" type="slidenum">
              <a:rPr lang="es-ES" smtClean="0"/>
              <a:t>‹Nº›</a:t>
            </a:fld>
            <a:endParaRPr lang="es-ES"/>
          </a:p>
        </p:txBody>
      </p:sp>
    </p:spTree>
    <p:extLst>
      <p:ext uri="{BB962C8B-B14F-4D97-AF65-F5344CB8AC3E}">
        <p14:creationId xmlns:p14="http://schemas.microsoft.com/office/powerpoint/2010/main" val="931992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F242E9E-DBD9-C917-59F5-1B0BCC9370A1}"/>
              </a:ext>
            </a:extLst>
          </p:cNvPr>
          <p:cNvSpPr>
            <a:spLocks noGrp="1"/>
          </p:cNvSpPr>
          <p:nvPr>
            <p:ph type="dt" sz="half" idx="10"/>
          </p:nvPr>
        </p:nvSpPr>
        <p:spPr/>
        <p:txBody>
          <a:bodyPr/>
          <a:lstStyle/>
          <a:p>
            <a:fld id="{F2F8336E-4921-4F73-973A-6DDC340EC429}" type="datetimeFigureOut">
              <a:rPr lang="es-ES" smtClean="0"/>
              <a:t>27/02/2025</a:t>
            </a:fld>
            <a:endParaRPr lang="es-ES"/>
          </a:p>
        </p:txBody>
      </p:sp>
      <p:sp>
        <p:nvSpPr>
          <p:cNvPr id="3" name="Marcador de pie de página 2">
            <a:extLst>
              <a:ext uri="{FF2B5EF4-FFF2-40B4-BE49-F238E27FC236}">
                <a16:creationId xmlns:a16="http://schemas.microsoft.com/office/drawing/2014/main" id="{AB8753C6-BEC1-0579-7796-2A78D22701A8}"/>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10DCBCC5-4092-B0A0-3D26-F2D3503EC396}"/>
              </a:ext>
            </a:extLst>
          </p:cNvPr>
          <p:cNvSpPr>
            <a:spLocks noGrp="1"/>
          </p:cNvSpPr>
          <p:nvPr>
            <p:ph type="sldNum" sz="quarter" idx="12"/>
          </p:nvPr>
        </p:nvSpPr>
        <p:spPr/>
        <p:txBody>
          <a:bodyPr/>
          <a:lstStyle/>
          <a:p>
            <a:fld id="{55899732-3D6A-4127-8B9F-4D884FCAB087}" type="slidenum">
              <a:rPr lang="es-ES" smtClean="0"/>
              <a:t>‹Nº›</a:t>
            </a:fld>
            <a:endParaRPr lang="es-ES"/>
          </a:p>
        </p:txBody>
      </p:sp>
    </p:spTree>
    <p:extLst>
      <p:ext uri="{BB962C8B-B14F-4D97-AF65-F5344CB8AC3E}">
        <p14:creationId xmlns:p14="http://schemas.microsoft.com/office/powerpoint/2010/main" val="497665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6B677F-29F8-2607-A8D5-27F666B2D68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14E42C14-B10A-1859-7DE2-A3460F1CA9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37A632A5-BA64-58CA-6D45-A4ECBBBF3D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045DB65-E242-D9E7-F454-D32899F3D809}"/>
              </a:ext>
            </a:extLst>
          </p:cNvPr>
          <p:cNvSpPr>
            <a:spLocks noGrp="1"/>
          </p:cNvSpPr>
          <p:nvPr>
            <p:ph type="dt" sz="half" idx="10"/>
          </p:nvPr>
        </p:nvSpPr>
        <p:spPr/>
        <p:txBody>
          <a:bodyPr/>
          <a:lstStyle/>
          <a:p>
            <a:fld id="{F2F8336E-4921-4F73-973A-6DDC340EC429}" type="datetimeFigureOut">
              <a:rPr lang="es-ES" smtClean="0"/>
              <a:t>27/02/2025</a:t>
            </a:fld>
            <a:endParaRPr lang="es-ES"/>
          </a:p>
        </p:txBody>
      </p:sp>
      <p:sp>
        <p:nvSpPr>
          <p:cNvPr id="6" name="Marcador de pie de página 5">
            <a:extLst>
              <a:ext uri="{FF2B5EF4-FFF2-40B4-BE49-F238E27FC236}">
                <a16:creationId xmlns:a16="http://schemas.microsoft.com/office/drawing/2014/main" id="{8839F422-3C19-5D57-25C8-B09B7B9FCA91}"/>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52F9271F-A4E5-E1F5-B43B-1EC1D4D31B48}"/>
              </a:ext>
            </a:extLst>
          </p:cNvPr>
          <p:cNvSpPr>
            <a:spLocks noGrp="1"/>
          </p:cNvSpPr>
          <p:nvPr>
            <p:ph type="sldNum" sz="quarter" idx="12"/>
          </p:nvPr>
        </p:nvSpPr>
        <p:spPr/>
        <p:txBody>
          <a:bodyPr/>
          <a:lstStyle/>
          <a:p>
            <a:fld id="{55899732-3D6A-4127-8B9F-4D884FCAB087}" type="slidenum">
              <a:rPr lang="es-ES" smtClean="0"/>
              <a:t>‹Nº›</a:t>
            </a:fld>
            <a:endParaRPr lang="es-ES"/>
          </a:p>
        </p:txBody>
      </p:sp>
    </p:spTree>
    <p:extLst>
      <p:ext uri="{BB962C8B-B14F-4D97-AF65-F5344CB8AC3E}">
        <p14:creationId xmlns:p14="http://schemas.microsoft.com/office/powerpoint/2010/main" val="305075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B7AE8B-947F-8BB4-74FB-EF047B2EE97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74777791-8D16-A3DA-A0C5-D34144EE71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EC1804F0-DE06-3216-3A5F-2503685A53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1DD777E-FB7C-9DA8-8B97-994DB5DE0C0F}"/>
              </a:ext>
            </a:extLst>
          </p:cNvPr>
          <p:cNvSpPr>
            <a:spLocks noGrp="1"/>
          </p:cNvSpPr>
          <p:nvPr>
            <p:ph type="dt" sz="half" idx="10"/>
          </p:nvPr>
        </p:nvSpPr>
        <p:spPr/>
        <p:txBody>
          <a:bodyPr/>
          <a:lstStyle/>
          <a:p>
            <a:fld id="{F2F8336E-4921-4F73-973A-6DDC340EC429}" type="datetimeFigureOut">
              <a:rPr lang="es-ES" smtClean="0"/>
              <a:t>27/02/2025</a:t>
            </a:fld>
            <a:endParaRPr lang="es-ES"/>
          </a:p>
        </p:txBody>
      </p:sp>
      <p:sp>
        <p:nvSpPr>
          <p:cNvPr id="6" name="Marcador de pie de página 5">
            <a:extLst>
              <a:ext uri="{FF2B5EF4-FFF2-40B4-BE49-F238E27FC236}">
                <a16:creationId xmlns:a16="http://schemas.microsoft.com/office/drawing/2014/main" id="{5087E2FC-AE0F-A694-1C8E-2A927FA9C007}"/>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5B339AB4-D927-4A8E-E672-A6BB7B51AB0B}"/>
              </a:ext>
            </a:extLst>
          </p:cNvPr>
          <p:cNvSpPr>
            <a:spLocks noGrp="1"/>
          </p:cNvSpPr>
          <p:nvPr>
            <p:ph type="sldNum" sz="quarter" idx="12"/>
          </p:nvPr>
        </p:nvSpPr>
        <p:spPr/>
        <p:txBody>
          <a:bodyPr/>
          <a:lstStyle/>
          <a:p>
            <a:fld id="{55899732-3D6A-4127-8B9F-4D884FCAB087}" type="slidenum">
              <a:rPr lang="es-ES" smtClean="0"/>
              <a:t>‹Nº›</a:t>
            </a:fld>
            <a:endParaRPr lang="es-ES"/>
          </a:p>
        </p:txBody>
      </p:sp>
    </p:spTree>
    <p:extLst>
      <p:ext uri="{BB962C8B-B14F-4D97-AF65-F5344CB8AC3E}">
        <p14:creationId xmlns:p14="http://schemas.microsoft.com/office/powerpoint/2010/main" val="3162501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281FC1-2E5F-D24E-A710-7A91559D9189}"/>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786028A-4514-F4AC-0800-BFAEFB67745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96C5BE1-7192-93AC-AA04-8808DE30BE9A}"/>
              </a:ext>
            </a:extLst>
          </p:cNvPr>
          <p:cNvSpPr>
            <a:spLocks noGrp="1"/>
          </p:cNvSpPr>
          <p:nvPr>
            <p:ph type="dt" sz="half" idx="10"/>
          </p:nvPr>
        </p:nvSpPr>
        <p:spPr/>
        <p:txBody>
          <a:bodyPr/>
          <a:lstStyle/>
          <a:p>
            <a:fld id="{F2F8336E-4921-4F73-973A-6DDC340EC429}" type="datetimeFigureOut">
              <a:rPr lang="es-ES" smtClean="0"/>
              <a:t>27/02/2025</a:t>
            </a:fld>
            <a:endParaRPr lang="es-ES"/>
          </a:p>
        </p:txBody>
      </p:sp>
      <p:sp>
        <p:nvSpPr>
          <p:cNvPr id="5" name="Marcador de pie de página 4">
            <a:extLst>
              <a:ext uri="{FF2B5EF4-FFF2-40B4-BE49-F238E27FC236}">
                <a16:creationId xmlns:a16="http://schemas.microsoft.com/office/drawing/2014/main" id="{56A105A1-38CB-D7F8-9977-A1E9429F73F8}"/>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0EF4849C-DC1E-D82C-BD05-87D76ED20584}"/>
              </a:ext>
            </a:extLst>
          </p:cNvPr>
          <p:cNvSpPr>
            <a:spLocks noGrp="1"/>
          </p:cNvSpPr>
          <p:nvPr>
            <p:ph type="sldNum" sz="quarter" idx="12"/>
          </p:nvPr>
        </p:nvSpPr>
        <p:spPr/>
        <p:txBody>
          <a:bodyPr/>
          <a:lstStyle/>
          <a:p>
            <a:fld id="{55899732-3D6A-4127-8B9F-4D884FCAB087}" type="slidenum">
              <a:rPr lang="es-ES" smtClean="0"/>
              <a:t>‹Nº›</a:t>
            </a:fld>
            <a:endParaRPr lang="es-ES"/>
          </a:p>
        </p:txBody>
      </p:sp>
    </p:spTree>
    <p:extLst>
      <p:ext uri="{BB962C8B-B14F-4D97-AF65-F5344CB8AC3E}">
        <p14:creationId xmlns:p14="http://schemas.microsoft.com/office/powerpoint/2010/main" val="1667234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D31B04E-4CBD-56FD-05DC-532C79F851C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83923C94-93FA-1C0A-0C0F-46EDDA620F7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60672FB9-BCAB-611F-0B58-DF2CBC613F50}"/>
              </a:ext>
            </a:extLst>
          </p:cNvPr>
          <p:cNvSpPr>
            <a:spLocks noGrp="1"/>
          </p:cNvSpPr>
          <p:nvPr>
            <p:ph type="dt" sz="half" idx="10"/>
          </p:nvPr>
        </p:nvSpPr>
        <p:spPr/>
        <p:txBody>
          <a:bodyPr/>
          <a:lstStyle/>
          <a:p>
            <a:fld id="{F2F8336E-4921-4F73-973A-6DDC340EC429}" type="datetimeFigureOut">
              <a:rPr lang="es-ES" smtClean="0"/>
              <a:t>27/02/2025</a:t>
            </a:fld>
            <a:endParaRPr lang="es-ES"/>
          </a:p>
        </p:txBody>
      </p:sp>
      <p:sp>
        <p:nvSpPr>
          <p:cNvPr id="5" name="Marcador de pie de página 4">
            <a:extLst>
              <a:ext uri="{FF2B5EF4-FFF2-40B4-BE49-F238E27FC236}">
                <a16:creationId xmlns:a16="http://schemas.microsoft.com/office/drawing/2014/main" id="{F834847E-BA31-96D4-3B74-FABE1281D87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382CE8B7-E42E-BDD3-5209-A155775544FA}"/>
              </a:ext>
            </a:extLst>
          </p:cNvPr>
          <p:cNvSpPr>
            <a:spLocks noGrp="1"/>
          </p:cNvSpPr>
          <p:nvPr>
            <p:ph type="sldNum" sz="quarter" idx="12"/>
          </p:nvPr>
        </p:nvSpPr>
        <p:spPr/>
        <p:txBody>
          <a:bodyPr/>
          <a:lstStyle/>
          <a:p>
            <a:fld id="{55899732-3D6A-4127-8B9F-4D884FCAB087}" type="slidenum">
              <a:rPr lang="es-ES" smtClean="0"/>
              <a:t>‹Nº›</a:t>
            </a:fld>
            <a:endParaRPr lang="es-ES"/>
          </a:p>
        </p:txBody>
      </p:sp>
    </p:spTree>
    <p:extLst>
      <p:ext uri="{BB962C8B-B14F-4D97-AF65-F5344CB8AC3E}">
        <p14:creationId xmlns:p14="http://schemas.microsoft.com/office/powerpoint/2010/main" val="3687407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60D058B-1B04-FF54-7F91-ACF638F1DC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72710D95-8947-6C59-E209-45039E6FA7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EAFE1F9-0E2A-732C-79FD-653B69BFE6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F8336E-4921-4F73-973A-6DDC340EC429}" type="datetimeFigureOut">
              <a:rPr lang="es-ES" smtClean="0"/>
              <a:t>27/02/2025</a:t>
            </a:fld>
            <a:endParaRPr lang="es-ES"/>
          </a:p>
        </p:txBody>
      </p:sp>
      <p:sp>
        <p:nvSpPr>
          <p:cNvPr id="5" name="Marcador de pie de página 4">
            <a:extLst>
              <a:ext uri="{FF2B5EF4-FFF2-40B4-BE49-F238E27FC236}">
                <a16:creationId xmlns:a16="http://schemas.microsoft.com/office/drawing/2014/main" id="{DB1F7B28-3A38-59F8-2C33-B988142DEE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0D7F685D-7489-F1EF-1199-5B86E3CB85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899732-3D6A-4127-8B9F-4D884FCAB087}" type="slidenum">
              <a:rPr lang="es-ES" smtClean="0"/>
              <a:t>‹Nº›</a:t>
            </a:fld>
            <a:endParaRPr lang="es-ES"/>
          </a:p>
        </p:txBody>
      </p:sp>
    </p:spTree>
    <p:extLst>
      <p:ext uri="{BB962C8B-B14F-4D97-AF65-F5344CB8AC3E}">
        <p14:creationId xmlns:p14="http://schemas.microsoft.com/office/powerpoint/2010/main" val="30818944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81435-0B0E-CDBC-A240-2E81E9B3D6B3}"/>
            </a:ext>
          </a:extLst>
        </p:cNvPr>
        <p:cNvGrpSpPr/>
        <p:nvPr/>
      </p:nvGrpSpPr>
      <p:grpSpPr>
        <a:xfrm>
          <a:off x="0" y="0"/>
          <a:ext cx="0" cy="0"/>
          <a:chOff x="0" y="0"/>
          <a:chExt cx="0" cy="0"/>
        </a:xfrm>
      </p:grpSpPr>
      <p:pic>
        <p:nvPicPr>
          <p:cNvPr id="6" name="Marcador de contenido 4" descr="Interfaz de usuario gráfica, Texto&#10;&#10;Descripción generada automáticamente">
            <a:extLst>
              <a:ext uri="{FF2B5EF4-FFF2-40B4-BE49-F238E27FC236}">
                <a16:creationId xmlns:a16="http://schemas.microsoft.com/office/drawing/2014/main" id="{71D701A7-C605-12D2-F8CE-441B88C457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00" y="-9625"/>
            <a:ext cx="12198667" cy="6858000"/>
          </a:xfrm>
          <a:prstGeom prst="rect">
            <a:avLst/>
          </a:prstGeom>
        </p:spPr>
      </p:pic>
      <p:sp>
        <p:nvSpPr>
          <p:cNvPr id="5" name="CuadroTexto 4">
            <a:extLst>
              <a:ext uri="{FF2B5EF4-FFF2-40B4-BE49-F238E27FC236}">
                <a16:creationId xmlns:a16="http://schemas.microsoft.com/office/drawing/2014/main" id="{C89786D9-4357-B89E-5163-50948904D59F}"/>
              </a:ext>
            </a:extLst>
          </p:cNvPr>
          <p:cNvSpPr txBox="1"/>
          <p:nvPr/>
        </p:nvSpPr>
        <p:spPr>
          <a:xfrm>
            <a:off x="828962" y="829071"/>
            <a:ext cx="10125778" cy="4616648"/>
          </a:xfrm>
          <a:prstGeom prst="rect">
            <a:avLst/>
          </a:prstGeom>
          <a:noFill/>
        </p:spPr>
        <p:txBody>
          <a:bodyPr wrap="square">
            <a:spAutoFit/>
          </a:bodyPr>
          <a:lstStyle/>
          <a:p>
            <a:pPr algn="ctr"/>
            <a:r>
              <a:rPr lang="es-ES" sz="9800" b="1" dirty="0">
                <a:solidFill>
                  <a:schemeClr val="accent1">
                    <a:lumMod val="75000"/>
                  </a:schemeClr>
                </a:solidFill>
                <a:latin typeface="Arial" panose="020B0604020202020204" pitchFamily="34" charset="0"/>
                <a:cs typeface="Arial" panose="020B0604020202020204" pitchFamily="34" charset="0"/>
              </a:rPr>
              <a:t>NUESTRO</a:t>
            </a:r>
            <a:endParaRPr lang="es-ES" sz="9800" dirty="0">
              <a:solidFill>
                <a:schemeClr val="accent1">
                  <a:lumMod val="75000"/>
                </a:schemeClr>
              </a:solidFill>
              <a:latin typeface="Arial" panose="020B0604020202020204" pitchFamily="34" charset="0"/>
              <a:cs typeface="Arial" panose="020B0604020202020204" pitchFamily="34" charset="0"/>
            </a:endParaRPr>
          </a:p>
          <a:p>
            <a:pPr algn="ctr"/>
            <a:r>
              <a:rPr lang="es-ES" sz="9800" b="1" dirty="0">
                <a:solidFill>
                  <a:schemeClr val="accent1">
                    <a:lumMod val="75000"/>
                  </a:schemeClr>
                </a:solidFill>
                <a:latin typeface="Arial" panose="020B0604020202020204" pitchFamily="34" charset="0"/>
                <a:cs typeface="Arial" panose="020B0604020202020204" pitchFamily="34" charset="0"/>
              </a:rPr>
              <a:t>COMPROM</a:t>
            </a:r>
            <a:r>
              <a:rPr lang="es-ES" sz="9800" b="1" i="1" dirty="0">
                <a:solidFill>
                  <a:srgbClr val="FFFF00"/>
                </a:solidFill>
                <a:latin typeface="Arial" panose="020B0604020202020204" pitchFamily="34" charset="0"/>
                <a:cs typeface="Arial" panose="020B0604020202020204" pitchFamily="34" charset="0"/>
              </a:rPr>
              <a:t>ISO</a:t>
            </a:r>
          </a:p>
          <a:p>
            <a:pPr algn="ctr"/>
            <a:r>
              <a:rPr lang="es-ES" sz="9800" b="1" dirty="0">
                <a:solidFill>
                  <a:schemeClr val="accent1">
                    <a:lumMod val="75000"/>
                  </a:schemeClr>
                </a:solidFill>
                <a:latin typeface="Arial" panose="020B0604020202020204" pitchFamily="34" charset="0"/>
                <a:cs typeface="Arial" panose="020B0604020202020204" pitchFamily="34" charset="0"/>
              </a:rPr>
              <a:t>ES CON CHÍA</a:t>
            </a:r>
          </a:p>
        </p:txBody>
      </p:sp>
    </p:spTree>
    <p:extLst>
      <p:ext uri="{BB962C8B-B14F-4D97-AF65-F5344CB8AC3E}">
        <p14:creationId xmlns:p14="http://schemas.microsoft.com/office/powerpoint/2010/main" val="13721907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F844B-A1B4-555F-C4CF-1D5DA35B79E2}"/>
            </a:ext>
          </a:extLst>
        </p:cNvPr>
        <p:cNvGrpSpPr/>
        <p:nvPr/>
      </p:nvGrpSpPr>
      <p:grpSpPr>
        <a:xfrm>
          <a:off x="0" y="0"/>
          <a:ext cx="0" cy="0"/>
          <a:chOff x="0" y="0"/>
          <a:chExt cx="0" cy="0"/>
        </a:xfrm>
      </p:grpSpPr>
      <p:pic>
        <p:nvPicPr>
          <p:cNvPr id="6" name="Marcador de contenido 4" descr="Interfaz de usuario gráfica, Texto&#10;&#10;Descripción generada automáticamente">
            <a:extLst>
              <a:ext uri="{FF2B5EF4-FFF2-40B4-BE49-F238E27FC236}">
                <a16:creationId xmlns:a16="http://schemas.microsoft.com/office/drawing/2014/main" id="{4CF87EBD-047F-27FE-E8A8-1DF07150E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00" y="-9625"/>
            <a:ext cx="12198667" cy="6858000"/>
          </a:xfrm>
          <a:prstGeom prst="rect">
            <a:avLst/>
          </a:prstGeom>
        </p:spPr>
      </p:pic>
      <p:sp>
        <p:nvSpPr>
          <p:cNvPr id="5" name="CuadroTexto 4">
            <a:extLst>
              <a:ext uri="{FF2B5EF4-FFF2-40B4-BE49-F238E27FC236}">
                <a16:creationId xmlns:a16="http://schemas.microsoft.com/office/drawing/2014/main" id="{5D1F121C-8090-ADA4-293D-E3E3D068B675}"/>
              </a:ext>
            </a:extLst>
          </p:cNvPr>
          <p:cNvSpPr txBox="1"/>
          <p:nvPr/>
        </p:nvSpPr>
        <p:spPr>
          <a:xfrm>
            <a:off x="482886" y="534256"/>
            <a:ext cx="10767317" cy="5478423"/>
          </a:xfrm>
          <a:prstGeom prst="rect">
            <a:avLst/>
          </a:prstGeom>
          <a:noFill/>
        </p:spPr>
        <p:txBody>
          <a:bodyPr wrap="square">
            <a:spAutoFit/>
          </a:bodyPr>
          <a:lstStyle/>
          <a:p>
            <a:pPr marR="92710" lvl="1" algn="ctr"/>
            <a:endParaRPr lang="es-CO" sz="3000" b="1" dirty="0">
              <a:solidFill>
                <a:srgbClr val="000000"/>
              </a:solidFill>
              <a:effectLst/>
              <a:latin typeface="Arial" panose="020B0604020202020204" pitchFamily="34" charset="0"/>
              <a:ea typeface="Times New Roman" panose="02020603050405020304" pitchFamily="18" charset="0"/>
            </a:endParaRPr>
          </a:p>
          <a:p>
            <a:pPr marR="92710" lvl="1" algn="ctr"/>
            <a:r>
              <a:rPr lang="es-CO" sz="3200" b="1" dirty="0">
                <a:solidFill>
                  <a:srgbClr val="000000"/>
                </a:solidFill>
                <a:effectLst/>
                <a:latin typeface="Arial" panose="020B0604020202020204" pitchFamily="34" charset="0"/>
                <a:ea typeface="Times New Roman" panose="02020603050405020304" pitchFamily="18" charset="0"/>
              </a:rPr>
              <a:t>MISIÓN</a:t>
            </a:r>
            <a:endParaRPr lang="es-ES" sz="3200" dirty="0">
              <a:effectLst/>
              <a:latin typeface="Times New Roman" panose="02020603050405020304" pitchFamily="18" charset="0"/>
              <a:ea typeface="Times New Roman" panose="02020603050405020304" pitchFamily="18" charset="0"/>
            </a:endParaRPr>
          </a:p>
          <a:p>
            <a:pPr marL="457200" marR="92710" algn="just"/>
            <a:r>
              <a:rPr lang="es-CO" sz="3000" b="1" dirty="0">
                <a:solidFill>
                  <a:srgbClr val="000000"/>
                </a:solidFill>
                <a:effectLst/>
                <a:latin typeface="Arial" panose="020B0604020202020204" pitchFamily="34" charset="0"/>
                <a:ea typeface="Times New Roman" panose="02020603050405020304" pitchFamily="18" charset="0"/>
              </a:rPr>
              <a:t> </a:t>
            </a:r>
            <a:endParaRPr lang="es-ES" sz="3000" dirty="0">
              <a:effectLst/>
              <a:latin typeface="Times New Roman" panose="02020603050405020304" pitchFamily="18" charset="0"/>
              <a:ea typeface="Times New Roman" panose="02020603050405020304" pitchFamily="18" charset="0"/>
            </a:endParaRPr>
          </a:p>
          <a:p>
            <a:pPr marL="457200" marR="92710" algn="just"/>
            <a:r>
              <a:rPr lang="es-ES" sz="2900" dirty="0">
                <a:effectLst/>
                <a:latin typeface="Arial" panose="020B0604020202020204" pitchFamily="34" charset="0"/>
                <a:ea typeface="Arial" panose="020B0604020202020204" pitchFamily="34" charset="0"/>
              </a:rPr>
              <a:t>El Honorable Concejo Municipal de Chía, como corporación Político administrativa, que trabaja por el bienestar social de su comunidad, ejercerá con sapiencia y responsabilidad el control Político a la Administración Municipal, para que prevalezca la vocería del interés general y el bien común, diseñando políticas locales para la promoción del desarrollo social, económico, político, cultural y ambiental del Municipio, mediante acuerdos enmarcados en la Constitución y la Ley.</a:t>
            </a:r>
            <a:endParaRPr lang="es-ES" sz="2900" dirty="0">
              <a:effectLst/>
              <a:latin typeface="Times New Roman" panose="02020603050405020304" pitchFamily="18" charset="0"/>
              <a:ea typeface="Times New Roman" panose="02020603050405020304" pitchFamily="18" charset="0"/>
            </a:endParaRPr>
          </a:p>
          <a:p>
            <a:pPr marL="457200" marR="92710" algn="just"/>
            <a:r>
              <a:rPr lang="es-ES" sz="2800" dirty="0">
                <a:effectLst/>
                <a:latin typeface="Arial" panose="020B0604020202020204" pitchFamily="34" charset="0"/>
                <a:ea typeface="Arial" panose="020B0604020202020204" pitchFamily="34" charset="0"/>
              </a:rPr>
              <a:t> </a:t>
            </a:r>
            <a:endParaRPr lang="es-ES"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48801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F0FA6-CB2D-8F52-96F8-436B0CE1F669}"/>
            </a:ext>
          </a:extLst>
        </p:cNvPr>
        <p:cNvGrpSpPr/>
        <p:nvPr/>
      </p:nvGrpSpPr>
      <p:grpSpPr>
        <a:xfrm>
          <a:off x="0" y="0"/>
          <a:ext cx="0" cy="0"/>
          <a:chOff x="0" y="0"/>
          <a:chExt cx="0" cy="0"/>
        </a:xfrm>
      </p:grpSpPr>
      <p:pic>
        <p:nvPicPr>
          <p:cNvPr id="6" name="Marcador de contenido 4" descr="Interfaz de usuario gráfica, Texto&#10;&#10;Descripción generada automáticamente">
            <a:extLst>
              <a:ext uri="{FF2B5EF4-FFF2-40B4-BE49-F238E27FC236}">
                <a16:creationId xmlns:a16="http://schemas.microsoft.com/office/drawing/2014/main" id="{3C4A5274-5122-744A-BC82-DE7A675F02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00" y="-9625"/>
            <a:ext cx="12198667" cy="6858000"/>
          </a:xfrm>
          <a:prstGeom prst="rect">
            <a:avLst/>
          </a:prstGeom>
        </p:spPr>
      </p:pic>
      <p:sp>
        <p:nvSpPr>
          <p:cNvPr id="5" name="CuadroTexto 4">
            <a:extLst>
              <a:ext uri="{FF2B5EF4-FFF2-40B4-BE49-F238E27FC236}">
                <a16:creationId xmlns:a16="http://schemas.microsoft.com/office/drawing/2014/main" id="{86BBF8F7-88E4-DF94-83AE-AC7A68B3E74E}"/>
              </a:ext>
            </a:extLst>
          </p:cNvPr>
          <p:cNvSpPr txBox="1"/>
          <p:nvPr/>
        </p:nvSpPr>
        <p:spPr>
          <a:xfrm>
            <a:off x="482887" y="534256"/>
            <a:ext cx="11126912" cy="5016758"/>
          </a:xfrm>
          <a:prstGeom prst="rect">
            <a:avLst/>
          </a:prstGeom>
          <a:noFill/>
        </p:spPr>
        <p:txBody>
          <a:bodyPr wrap="square">
            <a:spAutoFit/>
          </a:bodyPr>
          <a:lstStyle/>
          <a:p>
            <a:pPr marR="92710" lvl="1" algn="ctr"/>
            <a:endParaRPr lang="es-CO" sz="3200" b="1" dirty="0">
              <a:solidFill>
                <a:srgbClr val="000000"/>
              </a:solidFill>
              <a:effectLst/>
              <a:latin typeface="Arial" panose="020B0604020202020204" pitchFamily="34" charset="0"/>
              <a:ea typeface="Times New Roman" panose="02020603050405020304" pitchFamily="18" charset="0"/>
            </a:endParaRPr>
          </a:p>
          <a:p>
            <a:pPr marR="92710" lvl="1" algn="ctr"/>
            <a:r>
              <a:rPr lang="es-CO" sz="3200" b="1" dirty="0">
                <a:solidFill>
                  <a:srgbClr val="000000"/>
                </a:solidFill>
                <a:effectLst/>
                <a:latin typeface="Arial" panose="020B0604020202020204" pitchFamily="34" charset="0"/>
                <a:ea typeface="Times New Roman" panose="02020603050405020304" pitchFamily="18" charset="0"/>
              </a:rPr>
              <a:t>VISIÓN</a:t>
            </a:r>
            <a:endParaRPr lang="es-ES" sz="3200" dirty="0">
              <a:effectLst/>
              <a:latin typeface="Times New Roman" panose="02020603050405020304" pitchFamily="18" charset="0"/>
              <a:ea typeface="Times New Roman" panose="02020603050405020304" pitchFamily="18" charset="0"/>
            </a:endParaRPr>
          </a:p>
          <a:p>
            <a:pPr marL="457200" marR="92710" algn="just"/>
            <a:r>
              <a:rPr lang="es-CO" sz="3200" b="1" dirty="0">
                <a:solidFill>
                  <a:srgbClr val="000000"/>
                </a:solidFill>
                <a:effectLst/>
                <a:latin typeface="Arial" panose="020B0604020202020204" pitchFamily="34" charset="0"/>
                <a:ea typeface="Times New Roman" panose="02020603050405020304" pitchFamily="18" charset="0"/>
              </a:rPr>
              <a:t> </a:t>
            </a:r>
            <a:endParaRPr lang="es-ES" sz="3200" dirty="0">
              <a:effectLst/>
              <a:latin typeface="Times New Roman" panose="02020603050405020304" pitchFamily="18" charset="0"/>
              <a:ea typeface="Times New Roman" panose="02020603050405020304" pitchFamily="18" charset="0"/>
            </a:endParaRPr>
          </a:p>
          <a:p>
            <a:pPr marL="180340" marR="92710" algn="just"/>
            <a:r>
              <a:rPr lang="es-CO" sz="3200" dirty="0">
                <a:solidFill>
                  <a:srgbClr val="000000"/>
                </a:solidFill>
                <a:effectLst/>
                <a:latin typeface="Arial" panose="020B0604020202020204" pitchFamily="34" charset="0"/>
                <a:ea typeface="Times New Roman" panose="02020603050405020304" pitchFamily="18" charset="0"/>
              </a:rPr>
              <a:t>El Concejo Municipal de Chía para el 2032, a través de sus funciones Constitucionales y Administrativas, será reconocido por contribuir al desarrollo social, económico, político, cultural y ambiental, a través de acuerdos municipales y controles políticos, que aporten al bienestar y calidad de vida de los habitantes de nuestro municipio, con amplio sentido de identidad y pertenencia.</a:t>
            </a:r>
            <a:endParaRPr lang="es-ES" sz="3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36129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1D924-2F66-7B44-174E-92F7ED929A27}"/>
            </a:ext>
          </a:extLst>
        </p:cNvPr>
        <p:cNvGrpSpPr/>
        <p:nvPr/>
      </p:nvGrpSpPr>
      <p:grpSpPr>
        <a:xfrm>
          <a:off x="0" y="0"/>
          <a:ext cx="0" cy="0"/>
          <a:chOff x="0" y="0"/>
          <a:chExt cx="0" cy="0"/>
        </a:xfrm>
      </p:grpSpPr>
      <p:pic>
        <p:nvPicPr>
          <p:cNvPr id="6" name="Marcador de contenido 4" descr="Interfaz de usuario gráfica, Texto&#10;&#10;Descripción generada automáticamente">
            <a:extLst>
              <a:ext uri="{FF2B5EF4-FFF2-40B4-BE49-F238E27FC236}">
                <a16:creationId xmlns:a16="http://schemas.microsoft.com/office/drawing/2014/main" id="{C2EE4C96-22E8-CAB1-04F6-A5168F4230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00" y="-9625"/>
            <a:ext cx="12198667" cy="6858000"/>
          </a:xfrm>
          <a:prstGeom prst="rect">
            <a:avLst/>
          </a:prstGeom>
        </p:spPr>
      </p:pic>
      <p:sp>
        <p:nvSpPr>
          <p:cNvPr id="5" name="CuadroTexto 4">
            <a:extLst>
              <a:ext uri="{FF2B5EF4-FFF2-40B4-BE49-F238E27FC236}">
                <a16:creationId xmlns:a16="http://schemas.microsoft.com/office/drawing/2014/main" id="{C125E69E-3F7B-F59B-F2DE-9FAA84B1227A}"/>
              </a:ext>
            </a:extLst>
          </p:cNvPr>
          <p:cNvSpPr txBox="1"/>
          <p:nvPr/>
        </p:nvSpPr>
        <p:spPr>
          <a:xfrm>
            <a:off x="482887" y="534256"/>
            <a:ext cx="11126912" cy="5601533"/>
          </a:xfrm>
          <a:prstGeom prst="rect">
            <a:avLst/>
          </a:prstGeom>
          <a:noFill/>
        </p:spPr>
        <p:txBody>
          <a:bodyPr wrap="square">
            <a:spAutoFit/>
          </a:bodyPr>
          <a:lstStyle/>
          <a:p>
            <a:pPr marL="270510" marR="92710" indent="-180340" algn="ctr"/>
            <a:endParaRPr lang="es-ES" sz="2700" b="1" dirty="0">
              <a:effectLst/>
              <a:latin typeface="Arial" panose="020B0604020202020204" pitchFamily="34" charset="0"/>
              <a:ea typeface="Cambria" panose="02040503050406030204" pitchFamily="18" charset="0"/>
              <a:cs typeface="Cambria" panose="02040503050406030204" pitchFamily="18" charset="0"/>
            </a:endParaRPr>
          </a:p>
          <a:p>
            <a:pPr marL="270510" marR="92710" indent="-180340" algn="ctr"/>
            <a:r>
              <a:rPr lang="es-ES" sz="2700" b="1" dirty="0">
                <a:effectLst/>
                <a:latin typeface="Arial" panose="020B0604020202020204" pitchFamily="34" charset="0"/>
                <a:ea typeface="Cambria" panose="02040503050406030204" pitchFamily="18" charset="0"/>
                <a:cs typeface="Cambria" panose="02040503050406030204" pitchFamily="18" charset="0"/>
              </a:rPr>
              <a:t>POLÍTICA DE CALIDAD</a:t>
            </a:r>
            <a:endParaRPr lang="es-ES" sz="2700" b="1" dirty="0">
              <a:effectLst/>
              <a:latin typeface="Cambria" panose="02040503050406030204" pitchFamily="18" charset="0"/>
              <a:ea typeface="Cambria" panose="02040503050406030204" pitchFamily="18" charset="0"/>
              <a:cs typeface="Cambria" panose="02040503050406030204" pitchFamily="18" charset="0"/>
            </a:endParaRPr>
          </a:p>
          <a:p>
            <a:pPr marL="180340" marR="92710" algn="just"/>
            <a:r>
              <a:rPr lang="es-ES" sz="2700" b="1" dirty="0">
                <a:effectLst/>
                <a:latin typeface="Arial" panose="020B0604020202020204" pitchFamily="34" charset="0"/>
                <a:ea typeface="Cambria" panose="02040503050406030204" pitchFamily="18" charset="0"/>
                <a:cs typeface="Cambria" panose="02040503050406030204" pitchFamily="18" charset="0"/>
              </a:rPr>
              <a:t> </a:t>
            </a:r>
            <a:endParaRPr lang="es-ES" sz="2500" b="1" dirty="0">
              <a:effectLst/>
              <a:latin typeface="Cambria" panose="02040503050406030204" pitchFamily="18" charset="0"/>
              <a:ea typeface="Cambria" panose="02040503050406030204" pitchFamily="18" charset="0"/>
              <a:cs typeface="Cambria" panose="02040503050406030204" pitchFamily="18" charset="0"/>
            </a:endParaRPr>
          </a:p>
          <a:p>
            <a:pPr marL="180340" marR="92710" algn="just"/>
            <a:r>
              <a:rPr lang="es-ES" sz="2500" dirty="0">
                <a:solidFill>
                  <a:srgbClr val="000000"/>
                </a:solidFill>
                <a:effectLst/>
                <a:latin typeface="Arial" panose="020B0604020202020204" pitchFamily="34" charset="0"/>
                <a:ea typeface="Cambria" panose="02040503050406030204" pitchFamily="18" charset="0"/>
                <a:cs typeface="Cambria" panose="02040503050406030204" pitchFamily="18" charset="0"/>
              </a:rPr>
              <a:t>El Concejo Municipal de Chía en cumplimiento de su misión institucional, se compromete a ejercer el Control Político a la Administración Municipal, estudiar y aprobar proyectos de acuerdo que promocionen el desarrollo económico, social y político del municipio y propiciar la participación ciudadana dentro del marco de la constitución y la ley. Así mismo, prestará un servicio contando con procesos de calidad, funcionarios comprometidos y capacitados y un proceso de evaluación, seguimiento y control de la de gestión y la administración del riesgo, aplicando los principios de eficiencia, eficacia y efectividad en pro a la satisfacción de las necesidades de los Ciudadanos.</a:t>
            </a:r>
            <a:endParaRPr lang="es-ES" sz="2500" dirty="0">
              <a:effectLst/>
              <a:latin typeface="Cambria" panose="02040503050406030204" pitchFamily="18" charset="0"/>
              <a:ea typeface="Cambria" panose="02040503050406030204" pitchFamily="18" charset="0"/>
              <a:cs typeface="Cambria" panose="02040503050406030204" pitchFamily="18" charset="0"/>
            </a:endParaRPr>
          </a:p>
          <a:p>
            <a:pPr marR="92710"/>
            <a:r>
              <a:rPr lang="es-CO" sz="2700" dirty="0">
                <a:effectLst/>
                <a:latin typeface="Arial" panose="020B0604020202020204" pitchFamily="34" charset="0"/>
                <a:ea typeface="Times New Roman" panose="02020603050405020304" pitchFamily="18" charset="0"/>
              </a:rPr>
              <a:t> </a:t>
            </a:r>
            <a:endParaRPr lang="es-ES" sz="27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051479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ED20E-35AE-29EA-2004-DBDA3DA72EF8}"/>
            </a:ext>
          </a:extLst>
        </p:cNvPr>
        <p:cNvGrpSpPr/>
        <p:nvPr/>
      </p:nvGrpSpPr>
      <p:grpSpPr>
        <a:xfrm>
          <a:off x="0" y="0"/>
          <a:ext cx="0" cy="0"/>
          <a:chOff x="0" y="0"/>
          <a:chExt cx="0" cy="0"/>
        </a:xfrm>
      </p:grpSpPr>
      <p:pic>
        <p:nvPicPr>
          <p:cNvPr id="6" name="Marcador de contenido 4" descr="Interfaz de usuario gráfica, Texto&#10;&#10;Descripción generada automáticamente">
            <a:extLst>
              <a:ext uri="{FF2B5EF4-FFF2-40B4-BE49-F238E27FC236}">
                <a16:creationId xmlns:a16="http://schemas.microsoft.com/office/drawing/2014/main" id="{F7AB5C4D-4D38-A84E-6636-55C4919B7F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00" y="-9625"/>
            <a:ext cx="12198667" cy="6858000"/>
          </a:xfrm>
          <a:prstGeom prst="rect">
            <a:avLst/>
          </a:prstGeom>
        </p:spPr>
      </p:pic>
      <p:sp>
        <p:nvSpPr>
          <p:cNvPr id="3" name="CuadroTexto 2">
            <a:extLst>
              <a:ext uri="{FF2B5EF4-FFF2-40B4-BE49-F238E27FC236}">
                <a16:creationId xmlns:a16="http://schemas.microsoft.com/office/drawing/2014/main" id="{CD51BB7B-8949-4112-DD01-81ACA114F16F}"/>
              </a:ext>
            </a:extLst>
          </p:cNvPr>
          <p:cNvSpPr txBox="1"/>
          <p:nvPr/>
        </p:nvSpPr>
        <p:spPr>
          <a:xfrm>
            <a:off x="616448" y="750013"/>
            <a:ext cx="10757043" cy="5016758"/>
          </a:xfrm>
          <a:prstGeom prst="rect">
            <a:avLst/>
          </a:prstGeom>
          <a:noFill/>
        </p:spPr>
        <p:txBody>
          <a:bodyPr wrap="square">
            <a:spAutoFit/>
          </a:bodyPr>
          <a:lstStyle/>
          <a:p>
            <a:pPr marR="92710" lvl="1" algn="ctr"/>
            <a:r>
              <a:rPr lang="es-ES" sz="3200" b="1" dirty="0">
                <a:effectLst/>
                <a:latin typeface="Arial" panose="020B0604020202020204" pitchFamily="34" charset="0"/>
                <a:ea typeface="Cambria" panose="02040503050406030204" pitchFamily="18" charset="0"/>
                <a:cs typeface="Cambria" panose="02040503050406030204" pitchFamily="18" charset="0"/>
              </a:rPr>
              <a:t>OBJETIVOS DE CALIDAD</a:t>
            </a:r>
            <a:endParaRPr lang="es-ES" sz="3200" b="1" dirty="0">
              <a:effectLst/>
              <a:latin typeface="Cambria" panose="02040503050406030204" pitchFamily="18" charset="0"/>
              <a:ea typeface="Cambria" panose="02040503050406030204" pitchFamily="18" charset="0"/>
              <a:cs typeface="Cambria" panose="02040503050406030204" pitchFamily="18" charset="0"/>
            </a:endParaRPr>
          </a:p>
          <a:p>
            <a:pPr marL="565785" marR="92710" algn="just"/>
            <a:r>
              <a:rPr lang="es-ES" sz="2100" b="1" dirty="0">
                <a:effectLst/>
                <a:latin typeface="Arial" panose="020B0604020202020204" pitchFamily="34" charset="0"/>
                <a:ea typeface="Cambria" panose="02040503050406030204" pitchFamily="18" charset="0"/>
                <a:cs typeface="Cambria" panose="02040503050406030204" pitchFamily="18" charset="0"/>
              </a:rPr>
              <a:t> </a:t>
            </a:r>
            <a:endParaRPr lang="es-ES" sz="2100" b="1" dirty="0">
              <a:effectLst/>
              <a:latin typeface="Cambria" panose="02040503050406030204" pitchFamily="18" charset="0"/>
              <a:ea typeface="Cambria" panose="02040503050406030204" pitchFamily="18" charset="0"/>
              <a:cs typeface="Cambria" panose="02040503050406030204" pitchFamily="18" charset="0"/>
            </a:endParaRPr>
          </a:p>
          <a:p>
            <a:pPr marL="180340" marR="92710"/>
            <a:r>
              <a:rPr lang="es-CO" sz="2100" b="1" dirty="0">
                <a:effectLst/>
                <a:latin typeface="Arial" panose="020B0604020202020204" pitchFamily="34" charset="0"/>
                <a:ea typeface="Times New Roman" panose="02020603050405020304" pitchFamily="18" charset="0"/>
              </a:rPr>
              <a:t> </a:t>
            </a:r>
            <a:endParaRPr lang="es-ES" sz="2100" dirty="0">
              <a:effectLst/>
              <a:latin typeface="Times New Roman" panose="02020603050405020304" pitchFamily="18" charset="0"/>
              <a:ea typeface="Times New Roman" panose="02020603050405020304" pitchFamily="18" charset="0"/>
            </a:endParaRPr>
          </a:p>
          <a:p>
            <a:pPr marL="342900" marR="92710" lvl="0" indent="-342900" algn="just">
              <a:spcAft>
                <a:spcPts val="600"/>
              </a:spcAft>
              <a:buFont typeface="Wingdings" panose="05000000000000000000" pitchFamily="2" charset="2"/>
              <a:buChar char=""/>
            </a:pPr>
            <a:r>
              <a:rPr lang="es-MX" sz="2100" dirty="0">
                <a:effectLst/>
                <a:latin typeface="Arial" panose="020B0604020202020204" pitchFamily="34" charset="0"/>
                <a:ea typeface="Times New Roman" panose="02020603050405020304" pitchFamily="18" charset="0"/>
              </a:rPr>
              <a:t>Gestionar las iniciativas presentadas por las diferentes instancias permitidas por la ley (proyectos de acuerdo) con el fin de establecer políticas públicas que busquen el beneficio de la comunidad del Municipio.</a:t>
            </a:r>
            <a:endParaRPr lang="es-ES" sz="2100" dirty="0">
              <a:effectLst/>
              <a:latin typeface="Times New Roman" panose="02020603050405020304" pitchFamily="18" charset="0"/>
              <a:ea typeface="Times New Roman" panose="02020603050405020304" pitchFamily="18" charset="0"/>
            </a:endParaRPr>
          </a:p>
          <a:p>
            <a:pPr marL="342900" marR="92710" lvl="0" indent="-342900" algn="just">
              <a:spcAft>
                <a:spcPts val="600"/>
              </a:spcAft>
              <a:buFont typeface="Wingdings" panose="05000000000000000000" pitchFamily="2" charset="2"/>
              <a:buChar char=""/>
            </a:pPr>
            <a:r>
              <a:rPr lang="es-MX" sz="2100" dirty="0">
                <a:effectLst/>
                <a:latin typeface="Arial" panose="020B0604020202020204" pitchFamily="34" charset="0"/>
                <a:ea typeface="Times New Roman" panose="02020603050405020304" pitchFamily="18" charset="0"/>
              </a:rPr>
              <a:t>Ejercer vigilancia y Control Político de la administración municipal de las actuaciones y operaciones administrativas del ejecutivo sus secretarios de despacho y entes descentralizados de conformidad con la normatividad aplicable.</a:t>
            </a:r>
            <a:endParaRPr lang="es-ES" sz="2100" dirty="0">
              <a:effectLst/>
              <a:latin typeface="Times New Roman" panose="02020603050405020304" pitchFamily="18" charset="0"/>
              <a:ea typeface="Times New Roman" panose="02020603050405020304" pitchFamily="18" charset="0"/>
            </a:endParaRPr>
          </a:p>
          <a:p>
            <a:pPr marL="342900" marR="92710" lvl="0" indent="-342900" algn="just">
              <a:spcAft>
                <a:spcPts val="600"/>
              </a:spcAft>
              <a:buFont typeface="Wingdings" panose="05000000000000000000" pitchFamily="2" charset="2"/>
              <a:buChar char=""/>
            </a:pPr>
            <a:r>
              <a:rPr lang="es-MX" sz="2100" dirty="0">
                <a:effectLst/>
                <a:latin typeface="Arial" panose="020B0604020202020204" pitchFamily="34" charset="0"/>
                <a:ea typeface="Times New Roman" panose="02020603050405020304" pitchFamily="18" charset="0"/>
              </a:rPr>
              <a:t>Establecer estrategias de promoción de la participación ciudadana en el cumplimiento de las funciones misionales del Concejo.</a:t>
            </a:r>
            <a:endParaRPr lang="es-ES" sz="2100" dirty="0">
              <a:effectLst/>
              <a:latin typeface="Times New Roman" panose="02020603050405020304" pitchFamily="18" charset="0"/>
              <a:ea typeface="Times New Roman" panose="02020603050405020304" pitchFamily="18" charset="0"/>
            </a:endParaRPr>
          </a:p>
          <a:p>
            <a:pPr marL="342900" marR="92710" lvl="0" indent="-342900" algn="just">
              <a:spcAft>
                <a:spcPts val="600"/>
              </a:spcAft>
              <a:buFont typeface="Wingdings" panose="05000000000000000000" pitchFamily="2" charset="2"/>
              <a:buChar char=""/>
            </a:pPr>
            <a:r>
              <a:rPr lang="es-MX" sz="2100" dirty="0">
                <a:effectLst/>
                <a:latin typeface="Arial" panose="020B0604020202020204" pitchFamily="34" charset="0"/>
                <a:ea typeface="Times New Roman" panose="02020603050405020304" pitchFamily="18" charset="0"/>
              </a:rPr>
              <a:t>Asegurar la disponibilidad de recursos humanos, físicos, tecnológicos, financieros e informativos necesarios para apoyar la ejecución de los procesos y la eficacia del Sistema de Gestión.</a:t>
            </a:r>
            <a:endParaRPr lang="es-ES" sz="21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143385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9AF54-4406-86B1-C57F-C10881DBEC0F}"/>
            </a:ext>
          </a:extLst>
        </p:cNvPr>
        <p:cNvGrpSpPr/>
        <p:nvPr/>
      </p:nvGrpSpPr>
      <p:grpSpPr>
        <a:xfrm>
          <a:off x="0" y="0"/>
          <a:ext cx="0" cy="0"/>
          <a:chOff x="0" y="0"/>
          <a:chExt cx="0" cy="0"/>
        </a:xfrm>
      </p:grpSpPr>
      <p:pic>
        <p:nvPicPr>
          <p:cNvPr id="6" name="Marcador de contenido 4" descr="Interfaz de usuario gráfica, Texto&#10;&#10;Descripción generada automáticamente">
            <a:extLst>
              <a:ext uri="{FF2B5EF4-FFF2-40B4-BE49-F238E27FC236}">
                <a16:creationId xmlns:a16="http://schemas.microsoft.com/office/drawing/2014/main" id="{0E136101-3D57-7041-83DA-1270D754FC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00" y="-9625"/>
            <a:ext cx="12198667" cy="6858000"/>
          </a:xfrm>
          <a:prstGeom prst="rect">
            <a:avLst/>
          </a:prstGeom>
        </p:spPr>
      </p:pic>
      <p:sp>
        <p:nvSpPr>
          <p:cNvPr id="3" name="CuadroTexto 2">
            <a:extLst>
              <a:ext uri="{FF2B5EF4-FFF2-40B4-BE49-F238E27FC236}">
                <a16:creationId xmlns:a16="http://schemas.microsoft.com/office/drawing/2014/main" id="{59E77D92-57D5-23CB-B13D-161ED5D8F5D3}"/>
              </a:ext>
            </a:extLst>
          </p:cNvPr>
          <p:cNvSpPr txBox="1"/>
          <p:nvPr/>
        </p:nvSpPr>
        <p:spPr>
          <a:xfrm>
            <a:off x="770562" y="1361614"/>
            <a:ext cx="10294706" cy="4385816"/>
          </a:xfrm>
          <a:prstGeom prst="rect">
            <a:avLst/>
          </a:prstGeom>
          <a:noFill/>
        </p:spPr>
        <p:txBody>
          <a:bodyPr wrap="square">
            <a:spAutoFit/>
          </a:bodyPr>
          <a:lstStyle/>
          <a:p>
            <a:pPr marL="342900" marR="92710" lvl="0" indent="-342900" algn="just">
              <a:spcAft>
                <a:spcPts val="600"/>
              </a:spcAft>
              <a:buFont typeface="Wingdings" panose="05000000000000000000" pitchFamily="2" charset="2"/>
              <a:buChar char=""/>
            </a:pPr>
            <a:r>
              <a:rPr lang="es-MX" sz="2400" dirty="0">
                <a:effectLst/>
                <a:latin typeface="Arial" panose="020B0604020202020204" pitchFamily="34" charset="0"/>
                <a:ea typeface="Times New Roman" panose="02020603050405020304" pitchFamily="18" charset="0"/>
              </a:rPr>
              <a:t>Fortalecer el desempeño del Sistema de Gestión de Calidad, para la mejora continua, por medio del establecimiento, implementación y seguimiento de Políticas, Planes y Programas.</a:t>
            </a:r>
            <a:endParaRPr lang="es-ES" sz="2400" dirty="0">
              <a:effectLst/>
              <a:latin typeface="Times New Roman" panose="02020603050405020304" pitchFamily="18" charset="0"/>
              <a:ea typeface="Times New Roman" panose="02020603050405020304" pitchFamily="18" charset="0"/>
            </a:endParaRPr>
          </a:p>
          <a:p>
            <a:pPr marL="342900" marR="92710" lvl="0" indent="-342900" algn="just">
              <a:spcAft>
                <a:spcPts val="600"/>
              </a:spcAft>
              <a:buFont typeface="Wingdings" panose="05000000000000000000" pitchFamily="2" charset="2"/>
              <a:buChar char=""/>
            </a:pPr>
            <a:r>
              <a:rPr lang="es-MX" sz="2400" dirty="0">
                <a:effectLst/>
                <a:latin typeface="Arial" panose="020B0604020202020204" pitchFamily="34" charset="0"/>
                <a:ea typeface="Times New Roman" panose="02020603050405020304" pitchFamily="18" charset="0"/>
              </a:rPr>
              <a:t>Asegurar la custodia, organización y disponibilidad de la documentación producida por la Entidad, mediante el uso de los instrumentos archivísticos establecidos.</a:t>
            </a:r>
            <a:endParaRPr lang="es-ES" sz="2400" dirty="0">
              <a:effectLst/>
              <a:latin typeface="Times New Roman" panose="02020603050405020304" pitchFamily="18" charset="0"/>
              <a:ea typeface="Times New Roman" panose="02020603050405020304" pitchFamily="18" charset="0"/>
            </a:endParaRPr>
          </a:p>
          <a:p>
            <a:pPr marL="342900" marR="92710" lvl="0" indent="-342900" algn="just">
              <a:spcAft>
                <a:spcPts val="600"/>
              </a:spcAft>
              <a:buFont typeface="Wingdings" panose="05000000000000000000" pitchFamily="2" charset="2"/>
              <a:buChar char=""/>
            </a:pPr>
            <a:r>
              <a:rPr lang="es-MX" sz="2400" dirty="0">
                <a:effectLst/>
                <a:latin typeface="Arial" panose="020B0604020202020204" pitchFamily="34" charset="0"/>
                <a:ea typeface="Times New Roman" panose="02020603050405020304" pitchFamily="18" charset="0"/>
              </a:rPr>
              <a:t>Fortalecer la gestión de los riesgos definiendo e implementando mecanismos de control efectivos.</a:t>
            </a:r>
            <a:endParaRPr lang="es-ES" sz="2400" dirty="0">
              <a:effectLst/>
              <a:latin typeface="Times New Roman" panose="02020603050405020304" pitchFamily="18" charset="0"/>
              <a:ea typeface="Times New Roman" panose="02020603050405020304" pitchFamily="18" charset="0"/>
            </a:endParaRPr>
          </a:p>
          <a:p>
            <a:pPr marL="342900" marR="92710" lvl="0" indent="-342900" algn="just">
              <a:spcAft>
                <a:spcPts val="600"/>
              </a:spcAft>
              <a:buFont typeface="Wingdings" panose="05000000000000000000" pitchFamily="2" charset="2"/>
              <a:buChar char=""/>
            </a:pPr>
            <a:r>
              <a:rPr lang="es-MX" sz="2400" dirty="0">
                <a:effectLst/>
                <a:latin typeface="Arial" panose="020B0604020202020204" pitchFamily="34" charset="0"/>
                <a:ea typeface="Times New Roman" panose="02020603050405020304" pitchFamily="18" charset="0"/>
              </a:rPr>
              <a:t>Desarrollar y controlar productos y servicios que satisfagan las expectativas de nuestras partes interesadas y que conduzcan al logro de los objetivos institucionales.</a:t>
            </a:r>
            <a:endParaRPr lang="es-ES" sz="2400" dirty="0">
              <a:effectLst/>
              <a:latin typeface="Times New Roman" panose="02020603050405020304" pitchFamily="18" charset="0"/>
              <a:ea typeface="Times New Roman" panose="02020603050405020304" pitchFamily="18" charset="0"/>
            </a:endParaRPr>
          </a:p>
        </p:txBody>
      </p:sp>
      <p:sp>
        <p:nvSpPr>
          <p:cNvPr id="5" name="CuadroTexto 4">
            <a:extLst>
              <a:ext uri="{FF2B5EF4-FFF2-40B4-BE49-F238E27FC236}">
                <a16:creationId xmlns:a16="http://schemas.microsoft.com/office/drawing/2014/main" id="{C4B90238-D04E-E6CC-1AB7-BE62F5DB5C05}"/>
              </a:ext>
            </a:extLst>
          </p:cNvPr>
          <p:cNvSpPr txBox="1"/>
          <p:nvPr/>
        </p:nvSpPr>
        <p:spPr>
          <a:xfrm>
            <a:off x="2658438" y="724596"/>
            <a:ext cx="6200454" cy="954107"/>
          </a:xfrm>
          <a:prstGeom prst="rect">
            <a:avLst/>
          </a:prstGeom>
          <a:noFill/>
        </p:spPr>
        <p:txBody>
          <a:bodyPr wrap="square">
            <a:spAutoFit/>
          </a:bodyPr>
          <a:lstStyle/>
          <a:p>
            <a:pPr marR="92710" lvl="1" algn="ctr"/>
            <a:r>
              <a:rPr lang="es-ES" sz="3200" b="1" dirty="0">
                <a:effectLst/>
                <a:latin typeface="Arial" panose="020B0604020202020204" pitchFamily="34" charset="0"/>
                <a:ea typeface="Cambria" panose="02040503050406030204" pitchFamily="18" charset="0"/>
                <a:cs typeface="Cambria" panose="02040503050406030204" pitchFamily="18" charset="0"/>
              </a:rPr>
              <a:t>OBJETIVOS DE CALIDAD</a:t>
            </a:r>
          </a:p>
          <a:p>
            <a:pPr marR="92710" lvl="1" algn="ctr"/>
            <a:endParaRPr lang="es-ES" sz="2400" b="1" dirty="0">
              <a:effectLst/>
              <a:latin typeface="Cambria" panose="02040503050406030204" pitchFamily="18" charset="0"/>
              <a:ea typeface="Cambria" panose="02040503050406030204" pitchFamily="18" charset="0"/>
              <a:cs typeface="Cambria" panose="02040503050406030204" pitchFamily="18" charset="0"/>
            </a:endParaRPr>
          </a:p>
        </p:txBody>
      </p:sp>
    </p:spTree>
    <p:extLst>
      <p:ext uri="{BB962C8B-B14F-4D97-AF65-F5344CB8AC3E}">
        <p14:creationId xmlns:p14="http://schemas.microsoft.com/office/powerpoint/2010/main" val="427885132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484</Words>
  <Application>Microsoft Office PowerPoint</Application>
  <PresentationFormat>Panorámica</PresentationFormat>
  <Paragraphs>29</Paragraphs>
  <Slides>6</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6</vt:i4>
      </vt:variant>
    </vt:vector>
  </HeadingPairs>
  <TitlesOfParts>
    <vt:vector size="13" baseType="lpstr">
      <vt:lpstr>Arial</vt:lpstr>
      <vt:lpstr>Calibri</vt:lpstr>
      <vt:lpstr>Calibri Light</vt:lpstr>
      <vt:lpstr>Cambria</vt:lpstr>
      <vt:lpstr>Times New Roman</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Esther Adriana Diaz Ossa</dc:creator>
  <cp:lastModifiedBy>Esther Adriana Diaz Ossa</cp:lastModifiedBy>
  <cp:revision>2</cp:revision>
  <cp:lastPrinted>2025-02-28T02:44:04Z</cp:lastPrinted>
  <dcterms:created xsi:type="dcterms:W3CDTF">2025-02-26T19:04:30Z</dcterms:created>
  <dcterms:modified xsi:type="dcterms:W3CDTF">2025-02-28T02:48:57Z</dcterms:modified>
</cp:coreProperties>
</file>